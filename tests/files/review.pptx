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authors.xml" ContentType="application/vnd.ms-powerpoint.authors+xml"/>
  <Override PartName="/ppt/comments/modernComment_100_1.xml" ContentType="application/vnd.ms-powerpoint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00000000-0000-0000-0000-0000000000B1}" name="Marguerite Okonkwo-Hale" initials="MO" userId="mokonkwo@example.org" providerId="AD"/>
</p188:authorLst>
</file>

<file path=ppt/commentAuthors.xml><?xml version="1.0" encoding="utf-8"?>
<p:cmAuthorLst xmlns:p="http://schemas.openxmlformats.org/presentationml/2006/main">
  <p:cmAuthor id="0" name="Marguerite Okonkwo-Hale" initials="M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A1" Type="http://schemas.openxmlformats.org/officeDocument/2006/relationships/commentAuthors" Target="commentAuthors.xml"/><Relationship Id="rIdA2" Type="http://schemas.microsoft.com/office/2018/10/relationships/authors" Target="authors.xml"/></Relationships>
</file>

<file path=ppt/comments/comment1.xml><?xml version="1.0" encoding="utf-8"?>
<p:cmLst xmlns:p="http://schemas.openxmlformats.org/presentationml/2006/main">
  <p:cm authorId="0" dt="2026-05-01T09:00:00" idx="1">
    <p:pos x="10" y="10"/>
    <p:text>Too optimistic</p:text>
  </p:cm>
</p:cmLst>
</file>

<file path=ppt/comments/modernComment_100_1.xml><?xml version="1.0" encoding="utf-8"?>
<p188:cmLst xmlns:p188="http://schemas.microsoft.com/office/powerpoint/2018/8/main" xmlns:a="http://schemas.openxmlformats.org/drawingml/2006/main">
  <p188:cm id="{00000000-0000-0000-0000-0000000000B2}" authorId="{00000000-0000-0000-0000-0000000000B1}" created="2026-05-01T09:00:00.000">
    <p188:txBody>
      <a:bodyPr/>
      <a:p>
        <a:r>
          <a:t>Second opinion please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L1" Type="http://schemas.openxmlformats.org/officeDocument/2006/relationships/comments" Target="../comments/comment1.xml"/><Relationship Id="rIdM1" Type="http://schemas.microsoft.com/office/2018/10/relationships/comments" Target="../comments/modernComment_100_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xmlns:r="http://schemas.openxmlformats.org/officeDocument/2006/relationships" r:id="rIdM1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