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Custom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Pitch, internal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AppVersion>16.0000</AppVersion>
  <Company>Delacroix Partners</Company>
  <Manager>H. Delacroix</Manager>
  <TotalTime>63</TotalTime>
  <Template>Normal.dotm</Templ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Priya Raman</dc:creator>
  <cp:keywords/>
  <dc:description>generated using python-pptx</dc:description>
  <cp:lastModifiedBy>H. Delacroix</cp:lastModifiedBy>
  <cp:revision>9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ientMatter">
    <vt:lpwstr>DEL-2026-0417</vt:lpwstr>
  </property>
  <property fmtid="{D5CDD505-2E9C-101B-9397-08002B2CF9AE}" pid="3" name="Reviewer">
    <vt:lpwstr>S. Byrne</vt:lpwstr>
  </property>
</Properties>
</file>