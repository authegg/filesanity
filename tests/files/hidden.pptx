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we can go to 20% off if they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Margins,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